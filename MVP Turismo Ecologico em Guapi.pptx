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4B463-428A-4B1B-A994-9A22C00A8F60}" v="11" dt="2026-05-31T16:54:19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Alexandre" userId="33a9d54137cbf1cd" providerId="LiveId" clId="{1AEA6065-55B4-4298-BFBF-83725BB96B6F}"/>
    <pc:docChg chg="undo custSel addSld delSld modSld">
      <pc:chgData name="Thalles Alexandre" userId="33a9d54137cbf1cd" providerId="LiveId" clId="{1AEA6065-55B4-4298-BFBF-83725BB96B6F}" dt="2026-05-31T16:58:37.025" v="794" actId="14100"/>
      <pc:docMkLst>
        <pc:docMk/>
      </pc:docMkLst>
      <pc:sldChg chg="modSp mod">
        <pc:chgData name="Thalles Alexandre" userId="33a9d54137cbf1cd" providerId="LiveId" clId="{1AEA6065-55B4-4298-BFBF-83725BB96B6F}" dt="2026-05-31T14:48:50.095" v="83" actId="1076"/>
        <pc:sldMkLst>
          <pc:docMk/>
          <pc:sldMk cId="0" sldId="256"/>
        </pc:sldMkLst>
        <pc:spChg chg="mod">
          <ac:chgData name="Thalles Alexandre" userId="33a9d54137cbf1cd" providerId="LiveId" clId="{1AEA6065-55B4-4298-BFBF-83725BB96B6F}" dt="2026-05-31T14:48:50.095" v="83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Thalles Alexandre" userId="33a9d54137cbf1cd" providerId="LiveId" clId="{1AEA6065-55B4-4298-BFBF-83725BB96B6F}" dt="2026-05-31T14:48:09.855" v="80" actId="207"/>
          <ac:spMkLst>
            <pc:docMk/>
            <pc:sldMk cId="0" sldId="256"/>
            <ac:spMk id="51" creationId="{00000000-0000-0000-0000-000000000000}"/>
          </ac:spMkLst>
        </pc:spChg>
        <pc:picChg chg="mod">
          <ac:chgData name="Thalles Alexandre" userId="33a9d54137cbf1cd" providerId="LiveId" clId="{1AEA6065-55B4-4298-BFBF-83725BB96B6F}" dt="2026-05-31T14:48:38.595" v="82" actId="1076"/>
          <ac:picMkLst>
            <pc:docMk/>
            <pc:sldMk cId="0" sldId="256"/>
            <ac:picMk id="49" creationId="{00000000-0000-0000-0000-000000000000}"/>
          </ac:picMkLst>
        </pc:picChg>
      </pc:sldChg>
      <pc:sldChg chg="modSp mod">
        <pc:chgData name="Thalles Alexandre" userId="33a9d54137cbf1cd" providerId="LiveId" clId="{1AEA6065-55B4-4298-BFBF-83725BB96B6F}" dt="2026-05-31T16:56:27.601" v="788" actId="14100"/>
        <pc:sldMkLst>
          <pc:docMk/>
          <pc:sldMk cId="0" sldId="257"/>
        </pc:sldMkLst>
        <pc:spChg chg="mod">
          <ac:chgData name="Thalles Alexandre" userId="33a9d54137cbf1cd" providerId="LiveId" clId="{1AEA6065-55B4-4298-BFBF-83725BB96B6F}" dt="2026-05-31T16:56:27.601" v="788" actId="14100"/>
          <ac:spMkLst>
            <pc:docMk/>
            <pc:sldMk cId="0" sldId="257"/>
            <ac:spMk id="53" creationId="{00000000-0000-0000-0000-000000000000}"/>
          </ac:spMkLst>
        </pc:spChg>
      </pc:sldChg>
      <pc:sldChg chg="modSp mod">
        <pc:chgData name="Thalles Alexandre" userId="33a9d54137cbf1cd" providerId="LiveId" clId="{1AEA6065-55B4-4298-BFBF-83725BB96B6F}" dt="2026-05-31T16:58:16.257" v="792" actId="14100"/>
        <pc:sldMkLst>
          <pc:docMk/>
          <pc:sldMk cId="0" sldId="258"/>
        </pc:sldMkLst>
        <pc:spChg chg="mod">
          <ac:chgData name="Thalles Alexandre" userId="33a9d54137cbf1cd" providerId="LiveId" clId="{1AEA6065-55B4-4298-BFBF-83725BB96B6F}" dt="2026-05-31T16:58:16.257" v="792" actId="14100"/>
          <ac:spMkLst>
            <pc:docMk/>
            <pc:sldMk cId="0" sldId="258"/>
            <ac:spMk id="56" creationId="{00000000-0000-0000-0000-000000000000}"/>
          </ac:spMkLst>
        </pc:spChg>
        <pc:picChg chg="mod">
          <ac:chgData name="Thalles Alexandre" userId="33a9d54137cbf1cd" providerId="LiveId" clId="{1AEA6065-55B4-4298-BFBF-83725BB96B6F}" dt="2026-05-31T15:03:56.873" v="664" actId="1076"/>
          <ac:picMkLst>
            <pc:docMk/>
            <pc:sldMk cId="0" sldId="258"/>
            <ac:picMk id="55" creationId="{00000000-0000-0000-0000-000000000000}"/>
          </ac:picMkLst>
        </pc:picChg>
      </pc:sldChg>
      <pc:sldChg chg="modSp mod">
        <pc:chgData name="Thalles Alexandre" userId="33a9d54137cbf1cd" providerId="LiveId" clId="{1AEA6065-55B4-4298-BFBF-83725BB96B6F}" dt="2026-05-31T16:58:37.025" v="794" actId="14100"/>
        <pc:sldMkLst>
          <pc:docMk/>
          <pc:sldMk cId="0" sldId="259"/>
        </pc:sldMkLst>
        <pc:spChg chg="mod">
          <ac:chgData name="Thalles Alexandre" userId="33a9d54137cbf1cd" providerId="LiveId" clId="{1AEA6065-55B4-4298-BFBF-83725BB96B6F}" dt="2026-05-31T16:58:37.025" v="794" actId="14100"/>
          <ac:spMkLst>
            <pc:docMk/>
            <pc:sldMk cId="0" sldId="259"/>
            <ac:spMk id="58" creationId="{00000000-0000-0000-0000-000000000000}"/>
          </ac:spMkLst>
        </pc:spChg>
        <pc:picChg chg="mod">
          <ac:chgData name="Thalles Alexandre" userId="33a9d54137cbf1cd" providerId="LiveId" clId="{1AEA6065-55B4-4298-BFBF-83725BB96B6F}" dt="2026-05-31T15:02:39.081" v="656" actId="1076"/>
          <ac:picMkLst>
            <pc:docMk/>
            <pc:sldMk cId="0" sldId="259"/>
            <ac:picMk id="57" creationId="{00000000-0000-0000-0000-000000000000}"/>
          </ac:picMkLst>
        </pc:picChg>
      </pc:sldChg>
      <pc:sldChg chg="modSp mod">
        <pc:chgData name="Thalles Alexandre" userId="33a9d54137cbf1cd" providerId="LiveId" clId="{1AEA6065-55B4-4298-BFBF-83725BB96B6F}" dt="2026-05-31T16:55:35.473" v="787" actId="14100"/>
        <pc:sldMkLst>
          <pc:docMk/>
          <pc:sldMk cId="0" sldId="261"/>
        </pc:sldMkLst>
        <pc:spChg chg="mod">
          <ac:chgData name="Thalles Alexandre" userId="33a9d54137cbf1cd" providerId="LiveId" clId="{1AEA6065-55B4-4298-BFBF-83725BB96B6F}" dt="2026-05-31T16:55:35.473" v="787" actId="14100"/>
          <ac:spMkLst>
            <pc:docMk/>
            <pc:sldMk cId="0" sldId="261"/>
            <ac:spMk id="62" creationId="{00000000-0000-0000-0000-000000000000}"/>
          </ac:spMkLst>
        </pc:spChg>
      </pc:sldChg>
      <pc:sldChg chg="new del">
        <pc:chgData name="Thalles Alexandre" userId="33a9d54137cbf1cd" providerId="LiveId" clId="{1AEA6065-55B4-4298-BFBF-83725BB96B6F}" dt="2026-05-31T15:01:01.122" v="633" actId="2696"/>
        <pc:sldMkLst>
          <pc:docMk/>
          <pc:sldMk cId="373463846" sldId="264"/>
        </pc:sldMkLst>
      </pc:sldChg>
      <pc:sldChg chg="modSp add mod">
        <pc:chgData name="Thalles Alexandre" userId="33a9d54137cbf1cd" providerId="LiveId" clId="{1AEA6065-55B4-4298-BFBF-83725BB96B6F}" dt="2026-05-31T15:06:23.994" v="691" actId="20577"/>
        <pc:sldMkLst>
          <pc:docMk/>
          <pc:sldMk cId="2175318862" sldId="265"/>
        </pc:sldMkLst>
        <pc:spChg chg="mod">
          <ac:chgData name="Thalles Alexandre" userId="33a9d54137cbf1cd" providerId="LiveId" clId="{1AEA6065-55B4-4298-BFBF-83725BB96B6F}" dt="2026-05-31T15:06:23.994" v="691" actId="20577"/>
          <ac:spMkLst>
            <pc:docMk/>
            <pc:sldMk cId="2175318862" sldId="265"/>
            <ac:spMk id="58" creationId="{D5F0A9A1-D721-31B7-5A75-CFC985B6B0FE}"/>
          </ac:spMkLst>
        </pc:spChg>
        <pc:picChg chg="mod">
          <ac:chgData name="Thalles Alexandre" userId="33a9d54137cbf1cd" providerId="LiveId" clId="{1AEA6065-55B4-4298-BFBF-83725BB96B6F}" dt="2026-05-31T15:06:06.818" v="685" actId="1076"/>
          <ac:picMkLst>
            <pc:docMk/>
            <pc:sldMk cId="2175318862" sldId="265"/>
            <ac:picMk id="57" creationId="{7D4B5B16-EDE2-8C5D-8CDB-E5A5B60E6E6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mover o slide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Clique para editar o formato de notas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AD4EB1A-B655-473F-A3E9-C8FB79EB98F4}" type="slidenum"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500" b="0" strike="noStrike" spc="-1">
                <a:solidFill>
                  <a:schemeClr val="dk1"/>
                </a:solidFill>
                <a:latin typeface="Calibri"/>
                <a:ea typeface="Calibri"/>
              </a:rPr>
              <a:t>Vou começar me apresentando, me chamo Vagner Ereno Quincozes, sou doutorando em Computação pela UFF, mestre e graduado em Engenharia de Software pela Universidade Federal do Pampa, sou em especialista em Educação, atuo atualmente em projetos de Pesquisa &amp; Desenvolvimento da Dell Computadores do Brasil em parceria com o laboratório MidiaCom da UFF e também atuo como professor e professor conteudista. Certo, pessoal? Eu vou deixar o meu e-mail de contato aqui, caso alguém necessite. Bom, agora vamos para o conteúdo.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8C9D-D0B7-7133-4582-527A39B0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04DC3C6D-3811-08BE-7A7E-1F54C9284C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>
            <a:extLst>
              <a:ext uri="{FF2B5EF4-FFF2-40B4-BE49-F238E27FC236}">
                <a16:creationId xmlns:a16="http://schemas.microsoft.com/office/drawing/2014/main" id="{B2FB7655-F973-FBDB-F613-B3640049C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480657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3760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3760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Ao longo desta jornada, aprendemos como as aplicações híbridas combinam tecnologias web e nativas para criar experiências multiplataforma. Exploramos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a estruturação de interfaces com HTML5 e CSS3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, garantindo responsividade, e aprofundamos o uso do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JavaScript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 para manipular o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DOM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, trabalhar com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eventos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 e integrar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APIs externas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. Com esse conhecimento, você está pronto para avançar e explorar ferramentas ainda mais poderosas no desenvolvimento híbrido. Nos vemos no próximo vídeo!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3760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B8DD4A3-3F0A-469E-980D-FF0BDC4AC06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485F102-2388-4315-995E-5BD4AF5DCF92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DE2843-728D-4CB3-81D6-FD68E5A9A05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11E35C-62CB-43C3-88EA-2183B530759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FCF7B84-D311-4FC1-9752-44C81D7DD21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689EDFF-72A0-419C-87AB-CCF42E63E7A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F9EF4D-9B75-41AF-92A4-EAFA49644724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BD972F7-33EE-4766-A3AD-EE044886E1D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4F695EB-20A8-4A4F-86EE-9661ACF95A7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80233E9-9BC5-4B3F-A1D0-10E893CF989F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7C61D93-77D8-42A3-9049-BBCBC744684C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2955AF8-DF4D-481E-8064-29E1FED81D9E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5B69AF-AE2B-4747-A8DA-B63379182AC1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thallesalexandrevieira.github.io/Turismo-Ecol-gico-em-Guapi/" TargetMode="External"/><Relationship Id="rId4" Type="http://schemas.openxmlformats.org/officeDocument/2006/relationships/hyperlink" Target="https://github.com/ThallesAlexandrevieira/Turismo-Ecol-gico-em-Guap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88;p1"/>
          <p:cNvPicPr/>
          <p:nvPr/>
        </p:nvPicPr>
        <p:blipFill>
          <a:blip r:embed="rId2"/>
          <a:stretch/>
        </p:blipFill>
        <p:spPr>
          <a:xfrm>
            <a:off x="0" y="9000"/>
            <a:ext cx="12152520" cy="684900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89;p1"/>
          <p:cNvSpPr/>
          <p:nvPr/>
        </p:nvSpPr>
        <p:spPr>
          <a:xfrm>
            <a:off x="3717000" y="1135200"/>
            <a:ext cx="6834600" cy="185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pt-BR" sz="3600" dirty="0"/>
              <a:t>🌱</a:t>
            </a:r>
            <a:r>
              <a:rPr lang="pt-BR" sz="2800" b="1" i="1" dirty="0">
                <a:solidFill>
                  <a:schemeClr val="accent6"/>
                </a:solidFill>
              </a:rPr>
              <a:t> Turismo Ecológico em Guapimirim</a:t>
            </a:r>
            <a:endParaRPr lang="pt-BR" sz="2800" b="1" i="1" strike="noStrike" spc="-1" dirty="0">
              <a:solidFill>
                <a:schemeClr val="accent6"/>
              </a:solidFill>
              <a:latin typeface="Arial"/>
            </a:endParaRPr>
          </a:p>
        </p:txBody>
      </p:sp>
      <p:sp>
        <p:nvSpPr>
          <p:cNvPr id="51" name="Google Shape;90;p1"/>
          <p:cNvSpPr/>
          <p:nvPr/>
        </p:nvSpPr>
        <p:spPr>
          <a:xfrm>
            <a:off x="5146560" y="3546360"/>
            <a:ext cx="549000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i="1" spc="-1" dirty="0">
                <a:solidFill>
                  <a:srgbClr val="92D050"/>
                </a:solidFill>
                <a:latin typeface="Calibri"/>
                <a:ea typeface="Calibri"/>
              </a:rPr>
              <a:t>Thalles Alexandre Vieira Coimbra</a:t>
            </a:r>
            <a:endParaRPr lang="pt-BR" sz="2400" b="0" strike="noStrike" spc="-1" dirty="0">
              <a:solidFill>
                <a:srgbClr val="92D05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95;g2c5e6ec4503_0_ 1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53" name="Retângulo 150"/>
          <p:cNvSpPr/>
          <p:nvPr/>
        </p:nvSpPr>
        <p:spPr>
          <a:xfrm>
            <a:off x="4288536" y="1260000"/>
            <a:ext cx="7588944" cy="48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2800" b="1" dirty="0">
                <a:effectLst/>
              </a:rPr>
              <a:t>Responsável pelo projeto</a:t>
            </a:r>
          </a:p>
          <a:p>
            <a:endParaRPr lang="pt-BR" sz="2800" dirty="0"/>
          </a:p>
          <a:p>
            <a:r>
              <a:rPr lang="pt-BR" sz="2800" dirty="0">
                <a:effectLst/>
              </a:rPr>
              <a:t>Thalles Alexandre Vieira Coimbra, aluno do 5º período do curso de </a:t>
            </a:r>
            <a:r>
              <a:rPr lang="pt-BR" sz="2800" b="1" dirty="0">
                <a:effectLst/>
              </a:rPr>
              <a:t>Análise e Desenvolvimento de Sistemas</a:t>
            </a:r>
            <a:r>
              <a:rPr lang="pt-BR" sz="2800" dirty="0">
                <a:effectLst/>
              </a:rPr>
              <a:t> pela </a:t>
            </a:r>
            <a:r>
              <a:rPr lang="pt-BR" sz="2800" b="1" dirty="0">
                <a:effectLst/>
              </a:rPr>
              <a:t>UNIFESO (Centro Universitário Serra dos Órgãos)</a:t>
            </a:r>
            <a:r>
              <a:rPr lang="pt-BR" sz="2800" dirty="0">
                <a:effectLst/>
              </a:rPr>
              <a:t>.</a:t>
            </a:r>
            <a:endParaRPr lang="pt-BR" sz="2800" dirty="0"/>
          </a:p>
          <a:p>
            <a:pPr algn="ctr" defTabSz="914400">
              <a:lnSpc>
                <a:spcPct val="100000"/>
              </a:lnSpc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aixaDeTexto 1"/>
          <p:cNvSpPr/>
          <p:nvPr/>
        </p:nvSpPr>
        <p:spPr>
          <a:xfrm>
            <a:off x="550440" y="5553720"/>
            <a:ext cx="34452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Pitch | Apresentação do MVP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Orientador: Msc. Rodrigo Otávio do C. Braga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56" name="Retângulo 150"/>
          <p:cNvSpPr/>
          <p:nvPr/>
        </p:nvSpPr>
        <p:spPr>
          <a:xfrm>
            <a:off x="3383280" y="484632"/>
            <a:ext cx="8627744" cy="56875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pt-BR" sz="2800" b="1" dirty="0"/>
              <a:t>🌍 Cenário</a:t>
            </a:r>
          </a:p>
          <a:p>
            <a:endParaRPr lang="pt-BR" sz="2800" b="1" dirty="0"/>
          </a:p>
          <a:p>
            <a:r>
              <a:rPr lang="pt-BR" sz="2800" dirty="0">
                <a:effectLst/>
              </a:rPr>
              <a:t>Guapimirim, localizada na região serrana do Rio de Janeiro, é conhecida por sua rica biodiversidade, trilhas, cachoeiras e áreas de preservação ambiental dentro da </a:t>
            </a:r>
            <a:r>
              <a:rPr lang="pt-BR" sz="2800" b="1" dirty="0">
                <a:effectLst/>
              </a:rPr>
              <a:t>Serra dos Órgãos</a:t>
            </a:r>
            <a:r>
              <a:rPr lang="pt-BR" sz="2800" dirty="0">
                <a:effectLst/>
              </a:rPr>
              <a:t>. Apesar de ser um destino com grande potencial turístico, muitas vezes não recebe a mesma visibilidade que outras cidades vizinhas. Nesse contexto, surge a necessidade de criar iniciativas que valorizem o </a:t>
            </a:r>
            <a:r>
              <a:rPr lang="pt-BR" sz="2800" b="1" dirty="0">
                <a:effectLst/>
              </a:rPr>
              <a:t>turismo sustentável</a:t>
            </a:r>
            <a:r>
              <a:rPr lang="pt-BR" sz="2800" dirty="0">
                <a:effectLst/>
              </a:rPr>
              <a:t>, promovendo a conscientização ambiental e incentivando visitantes a conhecerem e preservarem o patrimônio natural da região.</a:t>
            </a:r>
            <a:endParaRPr lang="pt-BR" sz="2800" dirty="0"/>
          </a:p>
          <a:p>
            <a:pPr algn="ctr" defTabSz="914400">
              <a:lnSpc>
                <a:spcPct val="100000"/>
              </a:lnSpc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09;g34a26d19168_0_7"/>
          <p:cNvPicPr/>
          <p:nvPr/>
        </p:nvPicPr>
        <p:blipFill>
          <a:blip r:embed="rId3"/>
          <a:stretch/>
        </p:blipFill>
        <p:spPr>
          <a:xfrm>
            <a:off x="0" y="972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58" name="Retângulo 150"/>
          <p:cNvSpPr/>
          <p:nvPr/>
        </p:nvSpPr>
        <p:spPr>
          <a:xfrm>
            <a:off x="4489704" y="246888"/>
            <a:ext cx="7662095" cy="6135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pt-BR" sz="2800" b="1" dirty="0"/>
              <a:t>🎯 Finalidade do Projeto</a:t>
            </a:r>
          </a:p>
          <a:p>
            <a:endParaRPr lang="pt-BR" sz="2800" b="1" dirty="0"/>
          </a:p>
          <a:p>
            <a:r>
              <a:rPr lang="pt-BR" sz="2800" dirty="0">
                <a:effectLst/>
              </a:rPr>
              <a:t>O projeto tem como objetivo:</a:t>
            </a:r>
            <a:endParaRPr lang="pt-BR" sz="2800" dirty="0"/>
          </a:p>
          <a:p>
            <a:r>
              <a:rPr lang="pt-BR" sz="2800" b="1" dirty="0">
                <a:effectLst/>
              </a:rPr>
              <a:t>Divulgar pontos turísticos</a:t>
            </a:r>
            <a:r>
              <a:rPr lang="pt-BR" sz="2800" dirty="0">
                <a:effectLst/>
              </a:rPr>
              <a:t> ecológicos de Guapimirim.</a:t>
            </a:r>
            <a:endParaRPr lang="pt-BR" sz="2800" dirty="0"/>
          </a:p>
          <a:p>
            <a:r>
              <a:rPr lang="pt-BR" sz="2800" b="1" dirty="0">
                <a:effectLst/>
              </a:rPr>
              <a:t>Promover práticas sustentáveis</a:t>
            </a:r>
            <a:r>
              <a:rPr lang="pt-BR" sz="2800" dirty="0">
                <a:effectLst/>
              </a:rPr>
              <a:t> entre visitantes e moradores.</a:t>
            </a:r>
            <a:endParaRPr lang="pt-BR" sz="2800" dirty="0"/>
          </a:p>
          <a:p>
            <a:r>
              <a:rPr lang="pt-BR" sz="2800" dirty="0">
                <a:effectLst/>
              </a:rPr>
              <a:t>Criar uma </a:t>
            </a:r>
            <a:r>
              <a:rPr lang="pt-BR" sz="2800" b="1" dirty="0">
                <a:effectLst/>
              </a:rPr>
              <a:t>plataforma digital</a:t>
            </a:r>
            <a:r>
              <a:rPr lang="pt-BR" sz="2800" dirty="0">
                <a:effectLst/>
              </a:rPr>
              <a:t> simples e acessível para apresentar informações sobre trilhas, cachoeiras e áreas de preservação.</a:t>
            </a:r>
            <a:endParaRPr lang="pt-BR" sz="2800" dirty="0"/>
          </a:p>
          <a:p>
            <a:r>
              <a:rPr lang="pt-BR" sz="2800" dirty="0">
                <a:effectLst/>
              </a:rPr>
              <a:t>Servir como </a:t>
            </a:r>
            <a:r>
              <a:rPr lang="pt-BR" sz="2800" b="1" dirty="0">
                <a:effectLst/>
              </a:rPr>
              <a:t>ferramenta educativa</a:t>
            </a:r>
            <a:r>
              <a:rPr lang="pt-BR" sz="2800" dirty="0">
                <a:effectLst/>
              </a:rPr>
              <a:t>, incentivando a valorização da natureza e da cultura local.</a:t>
            </a:r>
            <a:endParaRPr lang="pt-BR" sz="2800" dirty="0"/>
          </a:p>
          <a:p>
            <a:pPr algn="ctr" defTabSz="914400">
              <a:lnSpc>
                <a:spcPct val="100000"/>
              </a:lnSpc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9E15-5BC3-6C51-82DE-05E45F91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09;g34a26d19168_0_7">
            <a:extLst>
              <a:ext uri="{FF2B5EF4-FFF2-40B4-BE49-F238E27FC236}">
                <a16:creationId xmlns:a16="http://schemas.microsoft.com/office/drawing/2014/main" id="{7D4B5B16-EDE2-8C5D-8CDB-E5A5B60E6E6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58" name="Retângulo 150">
            <a:extLst>
              <a:ext uri="{FF2B5EF4-FFF2-40B4-BE49-F238E27FC236}">
                <a16:creationId xmlns:a16="http://schemas.microsoft.com/office/drawing/2014/main" id="{D5F0A9A1-D721-31B7-5A75-CFC985B6B0FE}"/>
              </a:ext>
            </a:extLst>
          </p:cNvPr>
          <p:cNvSpPr/>
          <p:nvPr/>
        </p:nvSpPr>
        <p:spPr>
          <a:xfrm>
            <a:off x="3724275" y="1476375"/>
            <a:ext cx="8134349" cy="27050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4400" strike="noStrike" spc="-1" dirty="0">
                <a:solidFill>
                  <a:srgbClr val="000000"/>
                </a:solidFill>
                <a:latin typeface="Arial"/>
                <a:ea typeface="Arial"/>
              </a:rPr>
              <a:t>O Público-Alvo são </a:t>
            </a:r>
            <a:r>
              <a:rPr lang="pt-BR" sz="4400" dirty="0">
                <a:effectLst/>
              </a:rPr>
              <a:t>visitantes e moradores da região.</a:t>
            </a:r>
            <a:endParaRPr lang="pt-BR" sz="4400" dirty="0"/>
          </a:p>
          <a:p>
            <a:pPr algn="ctr" defTabSz="914400">
              <a:lnSpc>
                <a:spcPct val="100000"/>
              </a:lnSpc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531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0" name="Retângulo 150"/>
          <p:cNvSpPr/>
          <p:nvPr/>
        </p:nvSpPr>
        <p:spPr>
          <a:xfrm>
            <a:off x="2905560" y="2242080"/>
            <a:ext cx="8997480" cy="15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Descrição do Funcionamento do Sistema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Contendo imagens do mesmo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2" name="Retângulo 150"/>
          <p:cNvSpPr/>
          <p:nvPr/>
        </p:nvSpPr>
        <p:spPr>
          <a:xfrm>
            <a:off x="3600450" y="981075"/>
            <a:ext cx="8302590" cy="32289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endParaRPr lang="pt-BR" sz="2800" spc="-1" dirty="0">
              <a:solidFill>
                <a:srgbClr val="000000"/>
              </a:solidFill>
              <a:hlinkClick r:id="rId4"/>
            </a:endParaRPr>
          </a:p>
          <a:p>
            <a:pPr algn="ctr"/>
            <a:r>
              <a:rPr lang="pt-BR" sz="2800" spc="-1" dirty="0">
                <a:solidFill>
                  <a:srgbClr val="000000"/>
                </a:solidFill>
                <a:hlinkClick r:id="rId4"/>
              </a:rPr>
              <a:t> https://github.com/ThallesAlexandrevieira/Turismo-Ecol-gico-em-Guapi</a:t>
            </a:r>
            <a:endParaRPr lang="pt-BR" sz="2800" spc="-1" dirty="0">
              <a:solidFill>
                <a:srgbClr val="000000"/>
              </a:solidFill>
            </a:endParaRPr>
          </a:p>
          <a:p>
            <a:pPr algn="ctr"/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pt-BR" sz="2800" spc="-1" dirty="0">
                <a:solidFill>
                  <a:srgbClr val="000000"/>
                </a:solidFill>
                <a:hlinkClick r:id="rId5"/>
              </a:rPr>
              <a:t>https://thallesalexandrevieira.github.io/Turismo-Ecol-gico-em-Guapi/</a:t>
            </a:r>
            <a:endParaRPr lang="pt-BR" sz="2800" spc="-1" dirty="0">
              <a:solidFill>
                <a:srgbClr val="000000"/>
              </a:solidFill>
            </a:endParaRPr>
          </a:p>
          <a:p>
            <a:pPr algn="ctr"/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4" name="Retângulo 150"/>
          <p:cNvSpPr/>
          <p:nvPr/>
        </p:nvSpPr>
        <p:spPr>
          <a:xfrm>
            <a:off x="2947680" y="2394360"/>
            <a:ext cx="8997480" cy="75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strike="noStrike" spc="-1">
                <a:solidFill>
                  <a:srgbClr val="000000"/>
                </a:solidFill>
                <a:latin typeface="Arial"/>
                <a:ea typeface="Arial"/>
              </a:rPr>
              <a:t>Considerações finais e agradecimentos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340;p10"/>
          <p:cNvPicPr/>
          <p:nvPr/>
        </p:nvPicPr>
        <p:blipFill>
          <a:blip r:embed="rId3"/>
          <a:stretch/>
        </p:blipFill>
        <p:spPr>
          <a:xfrm>
            <a:off x="0" y="7560"/>
            <a:ext cx="12151800" cy="6848280"/>
          </a:xfrm>
          <a:prstGeom prst="rect">
            <a:avLst/>
          </a:prstGeom>
          <a:ln w="0">
            <a:noFill/>
          </a:ln>
        </p:spPr>
      </p:pic>
      <p:pic>
        <p:nvPicPr>
          <p:cNvPr id="66" name="Imagem 202"/>
          <p:cNvPicPr/>
          <p:nvPr/>
        </p:nvPicPr>
        <p:blipFill>
          <a:blip r:embed="rId4"/>
          <a:stretch/>
        </p:blipFill>
        <p:spPr>
          <a:xfrm>
            <a:off x="4804920" y="2074680"/>
            <a:ext cx="4759560" cy="1721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</TotalTime>
  <Words>1090</Words>
  <Application>Microsoft Office PowerPoint</Application>
  <PresentationFormat>Widescreen</PresentationFormat>
  <Paragraphs>51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Carla De Cunto Carvalho</dc:creator>
  <dc:description/>
  <cp:lastModifiedBy>Thalles Alexandre</cp:lastModifiedBy>
  <cp:revision>19</cp:revision>
  <cp:lastPrinted>2025-05-15T09:11:35Z</cp:lastPrinted>
  <dcterms:created xsi:type="dcterms:W3CDTF">2022-06-27T20:35:52Z</dcterms:created>
  <dcterms:modified xsi:type="dcterms:W3CDTF">2026-05-31T16:58:46Z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